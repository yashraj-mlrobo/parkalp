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5087600" cy="21386800"/>
  <p:notesSz cx="6858000" cy="9144000"/>
  <p:embeddedFontLst>
    <p:embeddedFont>
      <p:font typeface="Canva Sans" charset="1" panose="020B0503030501040103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518993">
                <a:alpha val="855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49716" y="0"/>
            <a:ext cx="16271605" cy="1058838"/>
            <a:chOff x="0" y="0"/>
            <a:chExt cx="2921949" cy="1901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1949" cy="190139"/>
            </a:xfrm>
            <a:custGeom>
              <a:avLst/>
              <a:gdLst/>
              <a:ahLst/>
              <a:cxnLst/>
              <a:rect r="r" b="b" t="t" l="l"/>
              <a:pathLst>
                <a:path h="190139" w="2921949">
                  <a:moveTo>
                    <a:pt x="35209" y="0"/>
                  </a:moveTo>
                  <a:lnTo>
                    <a:pt x="2886740" y="0"/>
                  </a:lnTo>
                  <a:cubicBezTo>
                    <a:pt x="2906186" y="0"/>
                    <a:pt x="2921949" y="15763"/>
                    <a:pt x="2921949" y="35209"/>
                  </a:cubicBezTo>
                  <a:lnTo>
                    <a:pt x="2921949" y="154931"/>
                  </a:lnTo>
                  <a:cubicBezTo>
                    <a:pt x="2921949" y="174376"/>
                    <a:pt x="2906186" y="190139"/>
                    <a:pt x="2886740" y="190139"/>
                  </a:cubicBezTo>
                  <a:lnTo>
                    <a:pt x="35209" y="190139"/>
                  </a:lnTo>
                  <a:cubicBezTo>
                    <a:pt x="15763" y="190139"/>
                    <a:pt x="0" y="174376"/>
                    <a:pt x="0" y="154931"/>
                  </a:cubicBezTo>
                  <a:lnTo>
                    <a:pt x="0" y="35209"/>
                  </a:lnTo>
                  <a:cubicBezTo>
                    <a:pt x="0" y="15763"/>
                    <a:pt x="15763" y="0"/>
                    <a:pt x="352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921949" cy="247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014861" y="13180157"/>
            <a:ext cx="16736749" cy="1383147"/>
            <a:chOff x="0" y="0"/>
            <a:chExt cx="3005477" cy="2483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05477" cy="248377"/>
            </a:xfrm>
            <a:custGeom>
              <a:avLst/>
              <a:gdLst/>
              <a:ahLst/>
              <a:cxnLst/>
              <a:rect r="r" b="b" t="t" l="l"/>
              <a:pathLst>
                <a:path h="248377" w="3005477">
                  <a:moveTo>
                    <a:pt x="34230" y="0"/>
                  </a:moveTo>
                  <a:lnTo>
                    <a:pt x="2971247" y="0"/>
                  </a:lnTo>
                  <a:cubicBezTo>
                    <a:pt x="2990151" y="0"/>
                    <a:pt x="3005477" y="15325"/>
                    <a:pt x="3005477" y="34230"/>
                  </a:cubicBezTo>
                  <a:lnTo>
                    <a:pt x="3005477" y="214146"/>
                  </a:lnTo>
                  <a:cubicBezTo>
                    <a:pt x="3005477" y="233051"/>
                    <a:pt x="2990151" y="248377"/>
                    <a:pt x="2971247" y="248377"/>
                  </a:cubicBezTo>
                  <a:lnTo>
                    <a:pt x="34230" y="248377"/>
                  </a:lnTo>
                  <a:cubicBezTo>
                    <a:pt x="15325" y="248377"/>
                    <a:pt x="0" y="233051"/>
                    <a:pt x="0" y="214146"/>
                  </a:cubicBezTo>
                  <a:lnTo>
                    <a:pt x="0" y="34230"/>
                  </a:lnTo>
                  <a:cubicBezTo>
                    <a:pt x="0" y="15325"/>
                    <a:pt x="15325" y="0"/>
                    <a:pt x="342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005477" cy="305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49716" y="3471149"/>
            <a:ext cx="16271605" cy="1058838"/>
            <a:chOff x="0" y="0"/>
            <a:chExt cx="2921949" cy="1901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21949" cy="190139"/>
            </a:xfrm>
            <a:custGeom>
              <a:avLst/>
              <a:gdLst/>
              <a:ahLst/>
              <a:cxnLst/>
              <a:rect r="r" b="b" t="t" l="l"/>
              <a:pathLst>
                <a:path h="190139" w="2921949">
                  <a:moveTo>
                    <a:pt x="35209" y="0"/>
                  </a:moveTo>
                  <a:lnTo>
                    <a:pt x="2886740" y="0"/>
                  </a:lnTo>
                  <a:cubicBezTo>
                    <a:pt x="2906186" y="0"/>
                    <a:pt x="2921949" y="15763"/>
                    <a:pt x="2921949" y="35209"/>
                  </a:cubicBezTo>
                  <a:lnTo>
                    <a:pt x="2921949" y="154931"/>
                  </a:lnTo>
                  <a:cubicBezTo>
                    <a:pt x="2921949" y="174376"/>
                    <a:pt x="2906186" y="190139"/>
                    <a:pt x="2886740" y="190139"/>
                  </a:cubicBezTo>
                  <a:lnTo>
                    <a:pt x="35209" y="190139"/>
                  </a:lnTo>
                  <a:cubicBezTo>
                    <a:pt x="15763" y="190139"/>
                    <a:pt x="0" y="174376"/>
                    <a:pt x="0" y="154931"/>
                  </a:cubicBezTo>
                  <a:lnTo>
                    <a:pt x="0" y="35209"/>
                  </a:lnTo>
                  <a:cubicBezTo>
                    <a:pt x="0" y="15763"/>
                    <a:pt x="15763" y="0"/>
                    <a:pt x="352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921949" cy="247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  <a:r>
                <a:rPr lang="en-US" sz="29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-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578840" y="20208790"/>
            <a:ext cx="1703898" cy="1188170"/>
          </a:xfrm>
          <a:custGeom>
            <a:avLst/>
            <a:gdLst/>
            <a:ahLst/>
            <a:cxnLst/>
            <a:rect r="r" b="b" t="t" l="l"/>
            <a:pathLst>
              <a:path h="1188170" w="1703898">
                <a:moveTo>
                  <a:pt x="0" y="0"/>
                </a:moveTo>
                <a:lnTo>
                  <a:pt x="1703898" y="0"/>
                </a:lnTo>
                <a:lnTo>
                  <a:pt x="1703898" y="1188170"/>
                </a:lnTo>
                <a:lnTo>
                  <a:pt x="0" y="11881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80573" y="20313358"/>
            <a:ext cx="2736632" cy="942331"/>
          </a:xfrm>
          <a:custGeom>
            <a:avLst/>
            <a:gdLst/>
            <a:ahLst/>
            <a:cxnLst/>
            <a:rect r="r" b="b" t="t" l="l"/>
            <a:pathLst>
              <a:path h="942331" w="2736632">
                <a:moveTo>
                  <a:pt x="0" y="0"/>
                </a:moveTo>
                <a:lnTo>
                  <a:pt x="2736632" y="0"/>
                </a:lnTo>
                <a:lnTo>
                  <a:pt x="2736632" y="942331"/>
                </a:lnTo>
                <a:lnTo>
                  <a:pt x="0" y="9423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679959" y="-152400"/>
            <a:ext cx="7347109" cy="1344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  <a:spcBef>
                <a:spcPct val="0"/>
              </a:spcBef>
            </a:pPr>
            <a:r>
              <a:rPr lang="en-US" sz="78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PROJECT TITLE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94360" y="3185895"/>
            <a:ext cx="9898881" cy="1344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  <a:spcBef>
                <a:spcPct val="0"/>
              </a:spcBef>
            </a:pPr>
            <a:r>
              <a:rPr lang="en-US" sz="78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TEAM ID-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04073" y="13123485"/>
            <a:ext cx="9898881" cy="1344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  <a:spcBef>
                <a:spcPct val="0"/>
              </a:spcBef>
            </a:pPr>
            <a:r>
              <a:rPr lang="en-US" sz="78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Additional 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DAHGuWFMqJ8</dc:identifier>
  <dcterms:modified xsi:type="dcterms:W3CDTF">2011-08-01T06:04:30Z</dcterms:modified>
  <cp:revision>1</cp:revision>
  <dc:title>Prakalp_template</dc:title>
</cp:coreProperties>
</file>